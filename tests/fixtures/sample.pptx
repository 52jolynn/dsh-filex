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dsh-filex 架构评审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t>支持 docx/pdf/epub 等格式提取</a:t>
            </a:r>
          </a:p>
        </p:txBody>
      </p:sp>
    </p:spTree>
  </p:cSld>
</p:sld>
</file>